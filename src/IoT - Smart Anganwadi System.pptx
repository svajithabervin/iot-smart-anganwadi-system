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ADF6-235C-8619-2EB4-8F312465F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28382-9957-8ECB-0F7B-D1BAA5EF1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15A1-1D66-4DF0-728D-30DE8515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08E00-CE4C-0417-B5DE-BA1AEA43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10CFB-667B-79C3-BDA4-23A45388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6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D9AA-8BAC-08B9-7BF9-331D6F66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B0BA1-E6C3-1957-1A69-279DC4D2A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E65A-A02E-38D9-905B-F4479E24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E3367-CDEB-24ED-522C-BD865109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F3BA8-F39E-876C-6938-4431AE77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2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FDA1-62DD-D05C-2CF8-785C1D55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79C77-B436-A5D5-7A6C-83D896DDC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815F6-15CF-B143-8D7D-C638D8A9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76617-9444-423C-2B6D-DFE23FB5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7170F-A420-9F5C-707A-D49489EB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2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E1B5-3661-78B4-9076-F3E360AE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A37B-69D8-F8C9-539E-64F2B47D5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8F04F-542D-9119-3FE3-791EFC0E7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97851-E3BF-89C7-D3E6-5B9B66B0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9E12D-0230-C1E1-541C-D2EB76756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2DC2A-2168-34E8-A005-78FC76025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1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A8E8-CAC2-62DD-F388-9B8776AC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88E96-7A75-6406-15AA-642EFCDFF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48DAF-630B-9A71-B2BC-85B4C00F6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02715-512E-096C-1B54-6B29A0595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056DE-833D-9CDD-11EF-0BBB795A2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36307-A6FA-15EB-8F45-74D5378D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28ECD-C042-3E2E-57EE-1B527C84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F4EE2-CB3E-F61E-CA37-D1880A92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3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667A-6F45-733E-B017-ECD24D81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B8C35-9EA6-01B8-5F2B-D551E2D9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01333-0E7C-37F1-A413-81170E04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E09FD-359D-5E8A-0733-73937AFB9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3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8C499-B056-FCF5-02E5-816CCE52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FAD58-9514-8A10-047E-A751E9B1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2451E-5071-AB77-9210-B4D54168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0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591D-B1B7-500A-A9C7-2639D1C2A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FA917-A19B-33A4-1DFD-F9B2C926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CB8C4-7A08-3593-152B-C063D33A1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D1580-443D-3DF5-034D-2CDE694B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B3737-77A4-7574-22CF-7D6A59C0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02CCE-5CAC-03D4-B4F6-183CD73E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5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E230E-4E62-7167-7B07-6CABC128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DB83C0-5AD5-2CB5-8BDF-AEED49952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7CD47-54EB-16CD-5437-2204421F5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03D57-14C3-4C33-18AC-8119ACD1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E0246-89AA-8A83-2013-172F2F54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5D3F1-53DE-AE16-D0B9-3A94BEE4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2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081A3-F0CB-E516-0878-0A919BE7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C7478-A6D4-AE52-B83C-907B6898E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66090-9477-D351-BCA7-9B68E7B4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30F79-FC1A-2859-B407-28F9159F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3B145-78F2-FE9F-E82E-F3095538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1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02B8D-71FE-3EF8-EFBB-7EFBEDA59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4C077E-8A4F-3DC2-3129-E1A59B60F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9AC7B-3170-7F3F-3C92-0D99DD0E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1AC85-6658-D124-E1E9-37CF1546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CA1E-BEB4-32B3-4309-D65CE747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03586-2FD7-214E-6C50-AC9F6465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F9CBD-4A79-A26B-3506-702C0D803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9DEAD-3740-7C31-0E6A-62B0C9F92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C7F16-B5A4-1841-B540-A334538167F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CE555-6C64-2A6C-EF72-63FEFEAF2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5DC4-0324-63DB-BBD9-CC8C13B85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1D377-0F84-E348-A5B6-DAB32FA1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8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6477DE24-44AE-8D2C-F11E-0C9429293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80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B07F9727-07ED-169E-24DA-E3C8D0321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6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430A748-3F86-8365-11BD-3A392D4AB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0100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E92B2F1-90A3-0924-6C32-997FC6692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4382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27819783-6851-8A8B-7EDB-ECC6AE40A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89426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164D923A-C6AB-36DB-1412-E624DAFF2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0132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044B805-0D63-B2FD-67C4-5ABB689AD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66913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0B6C217-3A84-3A83-BC6F-9ED3862B1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95196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2E0FCF8C-EF62-F3D8-79B3-E58D9A632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900866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2B5845D2-22D4-62A2-329A-71BE62BFA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08" y="1"/>
            <a:ext cx="12317408" cy="6858000"/>
          </a:xfrm>
        </p:spPr>
      </p:pic>
    </p:spTree>
    <p:extLst>
      <p:ext uri="{BB962C8B-B14F-4D97-AF65-F5344CB8AC3E}">
        <p14:creationId xmlns:p14="http://schemas.microsoft.com/office/powerpoint/2010/main" val="2068674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D2E4359F-C56C-7711-527A-4BD7C478A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5408"/>
            <a:ext cx="12192000" cy="6983408"/>
          </a:xfrm>
        </p:spPr>
      </p:pic>
    </p:spTree>
    <p:extLst>
      <p:ext uri="{BB962C8B-B14F-4D97-AF65-F5344CB8AC3E}">
        <p14:creationId xmlns:p14="http://schemas.microsoft.com/office/powerpoint/2010/main" val="1187447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C3476DCB-03F2-1972-7DE0-7AF4E1BCA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62839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923E4ED-8EEE-3022-3102-A5CEC52F7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60056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58AAF80-16EA-4160-5075-7C85415B2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24311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6C2718DA-CD1A-5582-7A98-1473BBA3F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01147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4D10CC75-2B2B-5C1E-3C03-54ADADF0F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89202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4E319685-D24B-21ED-004D-CDC19F705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96742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90E5314A-CC53-C161-04EA-705CB73C1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45895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Unknown User</dc:creator>
  <cp:lastModifiedBy>Unknown User</cp:lastModifiedBy>
  <cp:revision>2</cp:revision>
  <dcterms:created xsi:type="dcterms:W3CDTF">2026-05-06T16:14:21Z</dcterms:created>
  <dcterms:modified xsi:type="dcterms:W3CDTF">2026-05-10T16:03:27Z</dcterms:modified>
</cp:coreProperties>
</file>